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2288-0366-E8E4-48C0-6382FA7B1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72BE8-3E24-15DA-C4DC-55A94101D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15DC6-85F2-8F33-805B-F875B0E5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2E7AE-C86F-7424-C698-3FE80D8E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7022-60D6-BB7C-54AA-06376558A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9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A09C-60D6-0C49-C641-D79D2F2C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84E5-B18A-D2FB-42E1-E360838CE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3EA12-9328-0F59-5154-AC9F9606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35DC-E8E6-9CFC-53C0-A599C5A3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F016D-469F-697D-9322-919820DC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2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2172-E4B9-1519-23C8-E07EEF1F2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4D3D7-7BE2-4C42-1FCE-B623A6FB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BEA8D-72C3-2E15-573F-C9E818BF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53DB7-463B-F43B-3539-3CCDADCF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6F46C-F75D-34D8-7DD4-A4D86DCA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6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8B031-A0CD-74BC-47EC-C91BCAF7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326B-7581-ECB7-58B5-35A0C5010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89559-58CF-3A3D-3AEC-F2BF2A746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9C88D-EBC8-1ABF-EC1C-1D9F04E96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44F94-FBFA-94FF-6A0B-70C79D7AA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AB0C8-4914-CD90-2363-C75923CF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9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376E-0D71-32A1-A4CA-02EC4FFD8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9F85C-925F-4DAA-274A-89D694C45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DF373-F053-2DAD-BA67-34B81B295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BA353-0AAB-CE3E-72B6-328CCF158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4087D-3355-FB99-3A7B-43007BED1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C2A53-5C71-1E4D-90F6-3358430C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7A495-5411-C87E-42E3-F529B322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9B484-6AEC-5697-F934-16175DD3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79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369A-572F-50EE-62B0-B459E275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22025-D559-9340-B7AA-BD4F03A7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34D8A-4B1D-CE2E-B21A-2188040D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E73E2-5F8F-9C99-47D7-673EED95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6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CAA23-530E-BDF3-68FD-0E666731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13B6A-D56D-B3C3-F0E4-7F5A8A40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35963-EB2C-6F80-FB96-6603F578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8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63D-2F37-2D08-1AEC-9C0A78F1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1797E-10C3-4351-546E-6EED695C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A49F0-4952-DBBC-CD23-8CE278C4F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7586D-A053-1E4D-8569-8CFD85A4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EBA9E-5566-470D-9749-CE6411A68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0431F-064E-EA12-E8AE-95DA4404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4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0FB9-6AE8-2BA8-99B6-4EBEAA53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8E33C-846A-EC24-CDFA-EF49D26E8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13EF9-5E1F-2239-8C87-8BBF0790B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A2552-591D-0380-5C30-0F1D8EFE7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151C4-2BB8-02DB-894B-A46E0056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29EFE-681B-D840-E816-62678A9E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2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0979-359D-1659-770F-F66D45FF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7D864-4A2E-02F9-4109-73010F724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AED8F-BBE0-3A55-5A2B-C1902B5C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64366-74FA-7551-1D3B-2A73CE98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CA6A7-E7A6-E8D4-4DD9-A9D97C58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4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E560F-D695-41BE-5D76-BFBAD2510E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81B5F-B11A-1979-01D5-5138422CE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2C752-2E84-BB8D-36AF-9F761CFE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5CD11-3DE1-197E-7100-3E867F78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927A-73AB-0EB8-1E1C-F4FDAE92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42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848A5-1295-27DE-8D3B-07862A88D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A57E1-A7D8-8C3F-9EC9-FD60E7A19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DC01D-B78C-52B3-68A8-985F89370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5ACD0-6F55-EB45-B4C0-D62468A99501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3E56B-8B9F-7C16-2B98-A024F2711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0113-B13E-A949-02A4-91AB5186E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4C7A0-85AB-1A4F-9F92-67533514A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6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758C-A678-1C2B-49B9-51E20A4694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DDF64-CAAD-9896-2DD3-451E15905B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6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11893-0368-D706-9F31-F951A652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5E59-187C-F4D1-93C7-97DDD2FF91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51A36-EB8A-5EFD-3F1D-6355431E5F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05FBC-B4A8-09DF-0380-87539B6AF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E163-7EDE-AB46-CEEA-1B191F9186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732B5-89EC-1B57-FFAB-35147C40A5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9723D-51C4-DAF4-05B4-405658CF2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F426-B401-66F3-F4E9-F40E8EEFE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BB3C6-A8BE-682B-F00F-1BE47029B7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373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A13F-2F99-9CC6-6B96-DDC961CB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9DBB-76A3-FB1B-0727-D6A0456CB1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B8BB9-91C1-D1A0-595D-828F9B186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83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7652E-EE50-84D7-394A-E9260B91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B640-D18B-E167-6DDF-375D7A7DB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7D9B9-4C19-3D00-FEAE-86FEFF5E94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8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D4A9-C578-3ADE-9233-0B6BB30B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5237-6259-4F3C-FFF1-0A544B7D0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9D6C9-EDF8-1AB6-67C8-29EC03FA75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56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45B0F-511D-1222-5614-139856FC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79F4-C886-81EA-A3FB-1FEE95E01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CBBFB-902F-4550-D191-8FCA36586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9A3A-BE67-7880-2EEE-2C94A71A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0165-88C7-5D47-4A30-56F7467EC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F2D64-34AB-DCB4-0710-04E66F3B6C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15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DD92E-3DD8-16C6-86D5-7C9F8F64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E73B-7383-4ED3-92AD-877A975CE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Page 10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8DF04-DA99-5304-9838-11144CF37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2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</Words>
  <Application>Microsoft Macintosh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Page 1</vt:lpstr>
      <vt:lpstr>Page 2</vt:lpstr>
      <vt:lpstr>Page 3</vt:lpstr>
      <vt:lpstr>Page 4</vt:lpstr>
      <vt:lpstr>Page 5</vt:lpstr>
      <vt:lpstr>Page 6</vt:lpstr>
      <vt:lpstr>Page 7</vt:lpstr>
      <vt:lpstr>Page 8</vt:lpstr>
      <vt:lpstr>Page 9</vt:lpstr>
      <vt:lpstr>Page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Lehmann</dc:creator>
  <cp:lastModifiedBy>Philip Lehmann</cp:lastModifiedBy>
  <cp:revision>1</cp:revision>
  <dcterms:created xsi:type="dcterms:W3CDTF">2026-08-21T18:33:40Z</dcterms:created>
  <dcterms:modified xsi:type="dcterms:W3CDTF">2026-08-21T18:35:14Z</dcterms:modified>
</cp:coreProperties>
</file>